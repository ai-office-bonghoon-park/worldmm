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_worldmm-4axis-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worldmm-spatial-cas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worldmm-spatial-cas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worldmm-spatial-cas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worldmm-spatial-cas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worldmm-spatial-cas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worldmm-spatial-cas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worldmm-spatial-cas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worldmm-spatial-cas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worldmm-spatial-cas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worldmm-spatial-cas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_worldmm-spatial-cas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_worldmm-spatial-cas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