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_worldmm-final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worldmm-final-cas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worldmm-final-cas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worldmm-final-cas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worldmm-final-cas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worldmm-final-cas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