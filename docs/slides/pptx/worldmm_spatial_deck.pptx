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_capst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_visual-axis-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_spatial-retrieval-gs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place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_aea-place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spatial-hero-SH-A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spatial-hero-SH-B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_spatial-hero-SH-C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_spatial-hero-SH-E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_spatial-hero-SH-F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_spatial-hero-SH-A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_spatial-hero-SH-B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spatial-hero-SH-B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_spatial-hero-SH-B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