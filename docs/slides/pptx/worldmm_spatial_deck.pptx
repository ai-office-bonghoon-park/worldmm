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visual-axis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spatial-retrieval-gs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aea-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place-graph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aea-gaze-fi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patial-hero-SH-A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patial-hero-SH-B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spatial-hero-SH-C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patial-hero-SH-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spatial-hero-SH-F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patial-hero-SH-A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spatial-hero-SH-B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_spatial-hero-SH-B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_spatial-hero-SH-B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