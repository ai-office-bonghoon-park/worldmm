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_cap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q1-screwdriv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q33-takeout-ap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q53-hot-pot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p6-meeting-room-floo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n1-kitchen-proximity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c1-kitchen-contains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new-where-am-i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new-group-locato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new-left-of-direction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q6-grow-flowers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q45-coffee-timing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q50-phone-habit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plac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